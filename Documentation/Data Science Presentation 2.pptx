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B56C3-5470-5950-4A0C-673675811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EC633-951D-A659-E4AE-9D1B1A095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F99F7-09FD-A9B8-ED0D-F9F05B1FD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D4CA7-4489-9C46-7DDA-A9CF4F89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61DE7-5800-2CC4-5149-C30D84E7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1278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4C03-63B5-13E9-2FDA-6D1DC13D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58EC2-971F-4928-EB4B-1C0F0972A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723E9-9C15-6088-E692-8097F788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85731-3B5F-FDC8-E88C-1CB87785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0EFE0-09F3-6C46-03BA-EF6EED8D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286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F5E5-84CC-DDE5-9D42-2D58AA7E7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3E3D7-79AD-AF89-D1A5-DCA256921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BF82E-6325-DED0-6935-FF0C36212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D0DE9-CBC0-BFFD-B1C3-857289B4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868AD-26BA-98B3-8F87-6BD34652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21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9D86-EFEC-3029-EC67-EC721B76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BDD3C-5F22-2486-923F-6CC1B402DE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799AA-ACD1-F74B-1DCA-693B255FC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BB382-48E8-C462-E044-0615EE5B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ABA51-8A7D-D2D3-2512-379950FD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00C6A-4BA3-8714-1FE9-0F4F4533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044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6BC0-E7ED-5714-F2EF-16C3F170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5A89B-030D-CFF6-1A28-F8CEB5B2C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8D7AF-AFD8-FA0C-D02B-C9BF30CFB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D7EEAA-4105-C1F6-F978-CA443C9AA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077C11-6DE4-1AB1-7A9B-5537AC5E6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2FA447-E009-FAA5-FB04-E77888A1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201648-8563-B447-4838-CA702C55E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4CCAD-1A43-A019-4BAC-584D1E9F8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9480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EA0A-4B86-8162-3648-80F18D6E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51EF7-D8F8-ECE6-59DC-03EC45A56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C67C1-794C-73EC-1FF1-E54E5542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5E8E1-27F6-C55F-B24F-D1CFF402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7628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2F8BB5-BAC3-612D-AC7E-6FA28CAA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678D6A-2BE8-7EDE-67EB-64C81BE3D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EB86E-E428-6ACF-37C5-73E4C89D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689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C616-2F03-58E7-6ADB-3B4EB954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85FDD-1BDC-7621-63D5-A19E21113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0500C-EB7C-2B46-B31B-8F406FF2D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573B9-C9EA-4A37-14DA-5EE9D5E0B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69F95-F603-9CB7-91C5-6C8E8270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88945-6906-F726-C58C-67BF5622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3446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18AC9-5FF1-994D-C34B-3002D59BC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B17CFF-2F07-FFDB-C973-44FC92A2D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958CA-9CA4-7F23-C88A-179C72CD8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E314D-5063-BFE8-5ACE-7D4FD3092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58BEB-2A54-CAE7-B919-9904EFEB0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14339-79B7-C8B8-E5F2-10EA3CA2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87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9AA09-9688-BFD9-998F-3DB7714C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CCF60-22F0-04D8-DBBB-22A7B78C7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005C0-7D13-8B44-B58A-0A4323C0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2F1A6-79F8-0EC2-6840-8DAF9BF3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1A1EB-4BE1-341C-7918-B64849A5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7129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2CBC7-F71B-0975-FFEE-90E121E40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44002-60F4-0745-9967-D3F2174DF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A24A2-3481-38C1-AFE8-BC108924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29A9A-22C2-322A-9590-20EBC3E3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A3E2A-B2FF-7CB2-2C77-7BD8F2E7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8133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E08EE-8740-3927-B7A6-5707C3B1B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77D82-0EF2-19B6-D782-4776D3359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27E0D-2A63-B60B-2E8B-BF541B41E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71ED5-800D-414B-AC24-AAA55D78DC9C}" type="datetimeFigureOut">
              <a:rPr lang="en-IE" smtClean="0"/>
              <a:t>21/04/2026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DC66A-CF9F-1BC5-8570-83604188C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51ECE-7C3B-1A77-5529-0929332C1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9AFFA-F63D-4AA6-BD30-4F55CD0052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544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C8199B-9BA1-A9B3-1DD6-FDA5034853EA}"/>
              </a:ext>
            </a:extLst>
          </p:cNvPr>
          <p:cNvSpPr txBox="1"/>
          <p:nvPr/>
        </p:nvSpPr>
        <p:spPr>
          <a:xfrm>
            <a:off x="833437" y="417824"/>
            <a:ext cx="4380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Diarmuid O’Neill – C00282898 – 21/04/26</a:t>
            </a:r>
            <a:endParaRPr lang="en-I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7FF624-6CD5-2AA2-9577-B51EEBAAA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5717"/>
            <a:ext cx="4535494" cy="2231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CC1349-79C8-CA75-887B-A7CAEBCC8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00367"/>
            <a:ext cx="4535494" cy="22319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94EB0F-CC39-B904-0AE2-E6CA49E00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056" y="875717"/>
            <a:ext cx="4497258" cy="7615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037440-2042-1BC9-C165-AD4F0F0A7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056" y="4009771"/>
            <a:ext cx="4497259" cy="22272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AB2CC-B855-0AE0-7424-D7C2B284E6CE}"/>
              </a:ext>
            </a:extLst>
          </p:cNvPr>
          <p:cNvSpPr txBox="1"/>
          <p:nvPr/>
        </p:nvSpPr>
        <p:spPr>
          <a:xfrm>
            <a:off x="838200" y="3173142"/>
            <a:ext cx="284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most correlated features</a:t>
            </a:r>
            <a:endParaRPr lang="en-I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6246BF-362B-EE00-B574-FA21A97A6086}"/>
              </a:ext>
            </a:extLst>
          </p:cNvPr>
          <p:cNvSpPr txBox="1"/>
          <p:nvPr/>
        </p:nvSpPr>
        <p:spPr>
          <a:xfrm>
            <a:off x="833437" y="6285977"/>
            <a:ext cx="284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most correlated features</a:t>
            </a:r>
            <a:endParaRPr lang="en-I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54B221-ADBB-3C31-896A-8B115D5A719E}"/>
              </a:ext>
            </a:extLst>
          </p:cNvPr>
          <p:cNvSpPr txBox="1"/>
          <p:nvPr/>
        </p:nvSpPr>
        <p:spPr>
          <a:xfrm>
            <a:off x="7356056" y="1739446"/>
            <a:ext cx="284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Forward feature selection</a:t>
            </a:r>
            <a:endParaRPr lang="en-I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916CF5-9DAD-9B24-99F4-DDAF0193A809}"/>
              </a:ext>
            </a:extLst>
          </p:cNvPr>
          <p:cNvSpPr txBox="1"/>
          <p:nvPr/>
        </p:nvSpPr>
        <p:spPr>
          <a:xfrm>
            <a:off x="7356056" y="3363440"/>
            <a:ext cx="4497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Non-Linear SVM using forward feature selection and tuning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85204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D39A59-A933-DA10-28ED-259752396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320"/>
            <a:ext cx="8172063" cy="3206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AACA4A-3EC3-31BD-05A4-E2431A733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346"/>
            <a:ext cx="8209362" cy="3206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AAEA94-5D02-8134-E3C5-40D7B0EB5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14" y="451910"/>
            <a:ext cx="3208645" cy="625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514D19-2FE5-B2AB-C7B3-1FF67BC01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162" y="3864497"/>
            <a:ext cx="3415910" cy="6256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51CFBA-2C12-838A-9236-4B1E5D1C8C6C}"/>
              </a:ext>
            </a:extLst>
          </p:cNvPr>
          <p:cNvSpPr txBox="1"/>
          <p:nvPr/>
        </p:nvSpPr>
        <p:spPr>
          <a:xfrm>
            <a:off x="8743215" y="1140542"/>
            <a:ext cx="2790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3 Layers (32/64/128)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Dense Layer (128)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Dropout (0.5)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209CA-42E4-F7C1-B51E-D9C0182F5EE5}"/>
              </a:ext>
            </a:extLst>
          </p:cNvPr>
          <p:cNvSpPr txBox="1"/>
          <p:nvPr/>
        </p:nvSpPr>
        <p:spPr>
          <a:xfrm>
            <a:off x="8724162" y="4490183"/>
            <a:ext cx="27900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3 Layers (80/160/320)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Dense Layer (640)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Dropout (0.7)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 err="1"/>
              <a:t>EarlyStopping</a:t>
            </a:r>
            <a:r>
              <a:rPr lang="en-IE" dirty="0"/>
              <a:t>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7835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8A6F73-A184-A32A-CBD4-471A3845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711890" cy="3421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2EAE4B-070B-2150-D886-8828336F9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6448"/>
            <a:ext cx="9711891" cy="34215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7ACF04-0D35-28DC-F854-6AA741EB8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1891" y="235968"/>
            <a:ext cx="2404958" cy="532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AC85D5-776F-624A-2F9F-1E63A445BD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1891" y="3717959"/>
            <a:ext cx="2480109" cy="5326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16E5C9-76AA-C0FB-10D3-C3DD3E0A2A41}"/>
              </a:ext>
            </a:extLst>
          </p:cNvPr>
          <p:cNvSpPr txBox="1"/>
          <p:nvPr/>
        </p:nvSpPr>
        <p:spPr>
          <a:xfrm>
            <a:off x="9711891" y="983226"/>
            <a:ext cx="2283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Layer 1 (64)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Layer 2 (32)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Dropout (0.2)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Dense (16)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61A2D-84EF-B5FE-624A-A7D659389D76}"/>
              </a:ext>
            </a:extLst>
          </p:cNvPr>
          <p:cNvSpPr txBox="1"/>
          <p:nvPr/>
        </p:nvSpPr>
        <p:spPr>
          <a:xfrm>
            <a:off x="9711891" y="4468825"/>
            <a:ext cx="2283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Layer 1 (32)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Layer 2 (16)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Dropout (0.3)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Dense (8)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 err="1"/>
              <a:t>EarlyStopping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0358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92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(Student  C00282898) Diarmuid O Neill</dc:creator>
  <cp:lastModifiedBy>(Student  C00282898) Diarmuid O Neill</cp:lastModifiedBy>
  <cp:revision>3</cp:revision>
  <dcterms:created xsi:type="dcterms:W3CDTF">2026-04-20T09:45:16Z</dcterms:created>
  <dcterms:modified xsi:type="dcterms:W3CDTF">2026-04-21T10:53:24Z</dcterms:modified>
</cp:coreProperties>
</file>